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f2ae535646e6" /><Relationship Type="http://schemas.openxmlformats.org/officeDocument/2006/relationships/extended-properties" Target="/docProps/app.xml" Id="R38275d70ef1c4d30" /><Relationship Type="http://schemas.openxmlformats.org/officeDocument/2006/relationships/officeDocument" Target="/ppt/presentation.xml" Id="R2facd9557843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c93fbbeb34ea0"/>
  </p:sldMasterIdLst>
  <p:notesMasterIdLst>
    <p:notesMasterId xmlns:r="http://schemas.openxmlformats.org/officeDocument/2006/relationships" r:id="R8d8dd300688f47c3"/>
  </p:notesMasterIdLst>
  <p:sldIdLst>
    <p:sldId xmlns:r="http://schemas.openxmlformats.org/officeDocument/2006/relationships" id="256" r:id="R7363a0204f834acc"/>
    <p:sldId xmlns:r="http://schemas.openxmlformats.org/officeDocument/2006/relationships" id="257" r:id="Ra520a3ebf9a843fe"/>
    <p:sldId xmlns:r="http://schemas.openxmlformats.org/officeDocument/2006/relationships" id="258" r:id="Redf70ae791f24f97"/>
    <p:sldId xmlns:r="http://schemas.openxmlformats.org/officeDocument/2006/relationships" id="259" r:id="R3a1b2d0cc91e4ca6"/>
    <p:sldId xmlns:r="http://schemas.openxmlformats.org/officeDocument/2006/relationships" id="260" r:id="R27eca4fe449c407b"/>
    <p:sldId xmlns:r="http://schemas.openxmlformats.org/officeDocument/2006/relationships" id="261" r:id="R7f97660f73fc429a"/>
    <p:sldId xmlns:r="http://schemas.openxmlformats.org/officeDocument/2006/relationships" id="262" r:id="R832272e174bf46f0"/>
    <p:sldId xmlns:r="http://schemas.openxmlformats.org/officeDocument/2006/relationships" id="263" r:id="Rfae71214f71a42df"/>
    <p:sldId xmlns:r="http://schemas.openxmlformats.org/officeDocument/2006/relationships" id="264" r:id="Rc217c545aecc46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f9a58077b401a" /><Relationship Type="http://schemas.openxmlformats.org/officeDocument/2006/relationships/slideMaster" Target="/ppt/slideMasters/slideMaster1.xml" Id="R7c0c93fbbeb34ea0" /><Relationship Type="http://schemas.openxmlformats.org/officeDocument/2006/relationships/notesMaster" Target="/ppt/notesMasters/notesMaster1.xml" Id="R8d8dd300688f47c3" /><Relationship Type="http://schemas.openxmlformats.org/officeDocument/2006/relationships/presProps" Target="/ppt/presProps.xml" Id="Rba9729efb3ae4437" /><Relationship Type="http://schemas.openxmlformats.org/officeDocument/2006/relationships/viewProps" Target="/ppt/viewProps.xml" Id="Ra6bc643b479343a0" /><Relationship Type="http://schemas.openxmlformats.org/officeDocument/2006/relationships/tableStyles" Target="/ppt/tableStyles.xml" Id="R014fc62a13694690" /><Relationship Type="http://schemas.openxmlformats.org/officeDocument/2006/relationships/slide" Target="/ppt/slides/slide1.xml" Id="R7363a0204f834acc" /><Relationship Type="http://schemas.openxmlformats.org/officeDocument/2006/relationships/slide" Target="/ppt/slides/slide2.xml" Id="Ra520a3ebf9a843fe" /><Relationship Type="http://schemas.openxmlformats.org/officeDocument/2006/relationships/slide" Target="/ppt/slides/slide3.xml" Id="Redf70ae791f24f97" /><Relationship Type="http://schemas.openxmlformats.org/officeDocument/2006/relationships/slide" Target="/ppt/slides/slide4.xml" Id="R3a1b2d0cc91e4ca6" /><Relationship Type="http://schemas.openxmlformats.org/officeDocument/2006/relationships/slide" Target="/ppt/slides/slide5.xml" Id="R27eca4fe449c407b" /><Relationship Type="http://schemas.openxmlformats.org/officeDocument/2006/relationships/slide" Target="/ppt/slides/slide6.xml" Id="R7f97660f73fc429a" /><Relationship Type="http://schemas.openxmlformats.org/officeDocument/2006/relationships/slide" Target="/ppt/slides/slide7.xml" Id="R832272e174bf46f0" /><Relationship Type="http://schemas.openxmlformats.org/officeDocument/2006/relationships/slide" Target="/ppt/slides/slide8.xml" Id="Rfae71214f71a42df" /><Relationship Type="http://schemas.openxmlformats.org/officeDocument/2006/relationships/slide" Target="/ppt/slides/slide9.xml" Id="Rc217c545aecc46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3c7bcd6907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c03aa17e6e4ff1" /><Relationship Type="http://schemas.openxmlformats.org/officeDocument/2006/relationships/notesMaster" Target="/ppt/notesMasters/notesMaster1.xml" Id="Rc9bd9dc57ee6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0ec4447434bf6" /><Relationship Type="http://schemas.openxmlformats.org/officeDocument/2006/relationships/notesMaster" Target="/ppt/notesMasters/notesMaster1.xml" Id="R8af6b8a4d4574b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3e592edd174c1c" /><Relationship Type="http://schemas.openxmlformats.org/officeDocument/2006/relationships/notesMaster" Target="/ppt/notesMasters/notesMaster1.xml" Id="Rfd7901e19291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006b30cf3419e" /><Relationship Type="http://schemas.openxmlformats.org/officeDocument/2006/relationships/notesMaster" Target="/ppt/notesMasters/notesMaster1.xml" Id="R06c07d6074c947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08e7bbdb44277" /><Relationship Type="http://schemas.openxmlformats.org/officeDocument/2006/relationships/notesMaster" Target="/ppt/notesMasters/notesMaster1.xml" Id="R4a768e58a7914a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73ee650204dd9" /><Relationship Type="http://schemas.openxmlformats.org/officeDocument/2006/relationships/notesMaster" Target="/ppt/notesMasters/notesMaster1.xml" Id="Ra4c51a0ee15a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ea75927d814da9" /><Relationship Type="http://schemas.openxmlformats.org/officeDocument/2006/relationships/notesMaster" Target="/ppt/notesMasters/notesMaster1.xml" Id="Rda7b878b94bc4c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336adf62241e0" /><Relationship Type="http://schemas.openxmlformats.org/officeDocument/2006/relationships/notesMaster" Target="/ppt/notesMasters/notesMaster1.xml" Id="Re2f03c4218ce45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4bfe562c3241f3" /><Relationship Type="http://schemas.openxmlformats.org/officeDocument/2006/relationships/notesMaster" Target="/ppt/notesMasters/notesMaster1.xml" Id="Rb01cd7b3fdd2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e8e1f662e4c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5e828c47348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2cb840d8246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8244791904e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d2335daf548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c6c278bd040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93201f5164d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2570a846e4c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54da84db349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efd33e54e4f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aee9aaceb45e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107a698eb49f6" /><Relationship Type="http://schemas.openxmlformats.org/officeDocument/2006/relationships/slideLayout" Target="/ppt/slideLayouts/slideLayout1.xml" Id="R0efa7979a08e4577" /><Relationship Type="http://schemas.openxmlformats.org/officeDocument/2006/relationships/slideLayout" Target="/ppt/slideLayouts/slideLayout2.xml" Id="Rd02df05d5d69462c" /><Relationship Type="http://schemas.openxmlformats.org/officeDocument/2006/relationships/slideLayout" Target="/ppt/slideLayouts/slideLayout3.xml" Id="R2d7e14fac4284b27" /><Relationship Type="http://schemas.openxmlformats.org/officeDocument/2006/relationships/slideLayout" Target="/ppt/slideLayouts/slideLayout4.xml" Id="R831b8c5bfdf04d8e" /><Relationship Type="http://schemas.openxmlformats.org/officeDocument/2006/relationships/slideLayout" Target="/ppt/slideLayouts/slideLayout5.xml" Id="R184bdb1371d64d7c" /><Relationship Type="http://schemas.openxmlformats.org/officeDocument/2006/relationships/slideLayout" Target="/ppt/slideLayouts/slideLayout6.xml" Id="R27126d921f8d4482" /><Relationship Type="http://schemas.openxmlformats.org/officeDocument/2006/relationships/slideLayout" Target="/ppt/slideLayouts/slideLayout7.xml" Id="R4da252422e444b28" /><Relationship Type="http://schemas.openxmlformats.org/officeDocument/2006/relationships/slideLayout" Target="/ppt/slideLayouts/slideLayout8.xml" Id="R82ba68c615a84b4f" /><Relationship Type="http://schemas.openxmlformats.org/officeDocument/2006/relationships/slideLayout" Target="/ppt/slideLayouts/slideLayout9.xml" Id="R47eb3ef97eda4637" /><Relationship Type="http://schemas.openxmlformats.org/officeDocument/2006/relationships/slideLayout" Target="/ppt/slideLayouts/slideLayout10.xml" Id="R5812adeeac414b79" /><Relationship Type="http://schemas.openxmlformats.org/officeDocument/2006/relationships/slideLayout" Target="/ppt/slideLayouts/slideLayout11.xml" Id="R5a4d2844509245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a7979a08e4577"/>
    <p:sldLayoutId xmlns:r="http://schemas.openxmlformats.org/officeDocument/2006/relationships" id="2147483650" r:id="Rd02df05d5d69462c"/>
    <p:sldLayoutId xmlns:r="http://schemas.openxmlformats.org/officeDocument/2006/relationships" id="2147483651" r:id="R2d7e14fac4284b27"/>
    <p:sldLayoutId xmlns:r="http://schemas.openxmlformats.org/officeDocument/2006/relationships" id="2147483652" r:id="R831b8c5bfdf04d8e"/>
    <p:sldLayoutId xmlns:r="http://schemas.openxmlformats.org/officeDocument/2006/relationships" id="2147483653" r:id="R184bdb1371d64d7c"/>
    <p:sldLayoutId xmlns:r="http://schemas.openxmlformats.org/officeDocument/2006/relationships" id="2147483654" r:id="R27126d921f8d4482"/>
    <p:sldLayoutId xmlns:r="http://schemas.openxmlformats.org/officeDocument/2006/relationships" id="2147483655" r:id="R4da252422e444b28"/>
    <p:sldLayoutId xmlns:r="http://schemas.openxmlformats.org/officeDocument/2006/relationships" id="2147483656" r:id="R82ba68c615a84b4f"/>
    <p:sldLayoutId xmlns:r="http://schemas.openxmlformats.org/officeDocument/2006/relationships" id="2147483657" r:id="R47eb3ef97eda4637"/>
    <p:sldLayoutId xmlns:r="http://schemas.openxmlformats.org/officeDocument/2006/relationships" id="2147483658" r:id="R5812adeeac414b79"/>
    <p:sldLayoutId xmlns:r="http://schemas.openxmlformats.org/officeDocument/2006/relationships" id="2147483659" r:id="R5a4d2844509245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6ef1ba8d4c89" /><Relationship Type="http://schemas.openxmlformats.org/officeDocument/2006/relationships/image" Target="/ppt/media/image.jpeg" Id="R6bc539acbd5a408c" /><Relationship Type="http://schemas.openxmlformats.org/officeDocument/2006/relationships/notesSlide" Target="/ppt/notesSlides/notesSlide1.xml" Id="R2b1fed426c57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10d5b490747bc" /><Relationship Type="http://schemas.openxmlformats.org/officeDocument/2006/relationships/notesSlide" Target="/ppt/notesSlides/notesSlide2.xml" Id="Rb92db73e1f3f49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32dc28cd4678" /><Relationship Type="http://schemas.openxmlformats.org/officeDocument/2006/relationships/notesSlide" Target="/ppt/notesSlides/notesSlide3.xml" Id="R33792ab02cd4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ed08db53d4316" /><Relationship Type="http://schemas.openxmlformats.org/officeDocument/2006/relationships/notesSlide" Target="/ppt/notesSlides/notesSlide4.xml" Id="Rb0099ad62c904d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66563ed14f35" /><Relationship Type="http://schemas.openxmlformats.org/officeDocument/2006/relationships/notesSlide" Target="/ppt/notesSlides/notesSlide5.xml" Id="R8cf2652720b8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3c36bd18847bb" /><Relationship Type="http://schemas.openxmlformats.org/officeDocument/2006/relationships/image" Target="/ppt/media/image.png" Id="R8e6abcc9bec04eb2" /><Relationship Type="http://schemas.openxmlformats.org/officeDocument/2006/relationships/notesSlide" Target="/ppt/notesSlides/notesSlide6.xml" Id="Rdd428544eb664d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98a680954a57" /><Relationship Type="http://schemas.openxmlformats.org/officeDocument/2006/relationships/chart" Target="/ppt/slides/charts/chart1.xml" Id="Ra4041c325df44a58" /><Relationship Type="http://schemas.openxmlformats.org/officeDocument/2006/relationships/image" Target="/ppt/media/image2.png" Id="Rfd236637f45842b0" /><Relationship Type="http://schemas.openxmlformats.org/officeDocument/2006/relationships/notesSlide" Target="/ppt/notesSlides/notesSlide7.xml" Id="Re6c6580e37ad41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325dc01e84485" /><Relationship Type="http://schemas.openxmlformats.org/officeDocument/2006/relationships/notesSlide" Target="/ppt/notesSlides/notesSlide8.xml" Id="Rcd37b809b6a14b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5a31028ac49dc" /><Relationship Type="http://schemas.openxmlformats.org/officeDocument/2006/relationships/notesSlide" Target="/ppt/notesSlides/notesSlide9.xml" Id="Rbe4b24ac19fc46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11.983</c:v>
                </c:pt>
                <c:pt idx="1">
                  <c:v>14.018</c:v>
                </c:pt>
                <c:pt idx="2">
                  <c:v>12.428</c:v>
                </c:pt>
                <c:pt idx="3">
                  <c:v>7.919</c:v>
                </c:pt>
                <c:pt idx="4">
                  <c:v>15.531</c:v>
                </c:pt>
              </c:numCache>
            </c:numRef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Ref>
              <c:f>'Chart Data'!$C$2:$C$6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15.933</c:v>
                </c:pt>
                <c:pt idx="1">
                  <c:v>12.424</c:v>
                </c:pt>
                <c:pt idx="2">
                  <c:v>7.147</c:v>
                </c:pt>
                <c:pt idx="3">
                  <c:v>12.715</c:v>
                </c:pt>
                <c:pt idx="4">
                  <c:v>9.649</c:v>
                </c:pt>
              </c:numCache>
            </c:numRef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Ref>
              <c:f>'Chart Data'!$E$2:$E$6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16.161</c:v>
                </c:pt>
                <c:pt idx="1">
                  <c:v>14.812</c:v>
                </c:pt>
                <c:pt idx="2">
                  <c:v>11.073</c:v>
                </c:pt>
                <c:pt idx="3">
                  <c:v>12.955</c:v>
                </c:pt>
                <c:pt idx="4">
                  <c:v>11.435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AE89B415-52FB-4251-84C1-F85D0B5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c539acbd5a408c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758F4-158A-42F7-ABD6-5CFAE3C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06C63-1397-4F50-9413-99A1ED29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4DFD9-DE0E-4116-89E3-4296F870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91DCB-FFC3-4035-8F8D-62AF6F49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A1C46-88CB-40B3-91AB-2D89AD16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92B78-2BFD-4BDA-BD70-A46DF7A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4395E-4DF3-4BDE-98D7-6DE93D9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76682-D2F4-4B2B-8595-C95A8A3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4A004-8AF8-4F91-99E9-6900600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39C85-0E97-4511-AFE3-BB78F079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5D3E1-D412-4E82-9B44-AC5838E7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EF58B-E548-412B-A8A0-82725C6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D1655-99FB-4F6C-9347-6E188BDC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FD8E6-6810-49CD-B1F7-ED7B5E6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A646F-DEC2-44FD-AF51-AB5956E9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E29E-BCAF-4A6A-A3CB-05B50BE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F0C8E-6C25-4212-94A5-9CCCA6E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D9811-AC23-4F97-8F99-79F53EF6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F8BBF-FBC3-46E7-AA50-05130A67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FBDEF-59EA-44EE-A38F-FA052FC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2262C-9E12-4683-9249-33B7BBD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B1E92-3B30-4639-AF97-A18C134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200F7-CF42-427D-BA91-0A25F18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E8BAB-A625-4059-81CF-4BFC973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0A9DC-EDBA-4096-8CE8-903E6AD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66249-936C-4AD8-887D-8C95CB7B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650A8-9B11-4F21-9884-C018B260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E5D3A4-05E3-4B75-AC13-EF592DB0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CC542-0374-47FA-A718-2BE875F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1CA6F-59C0-4720-9014-E9687BD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60794-C788-4A73-B35F-675594D2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333026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5831CA-CC84-4B77-9F22-351D91C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6AA2-CC9C-403E-9050-C119E47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4EE6B-766C-47A1-948C-69FE26C6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5832-14D3-44F6-A213-F0A093C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9D181-1B91-453E-82EC-82034F0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BC831-566C-4006-9CA6-4DC1DB96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3E4C1-6CD1-46A1-A8CF-62D485E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009DB-4669-496E-BBBB-E0F7E922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3069A-E854-4AB8-B875-0ADF7C5D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B4028-37E6-4F6F-A2B8-4CBEDB5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BB34B-D79C-48BE-ADC7-95F56438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EBA8C-7934-4278-9548-9428CA6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42ED9-2F8F-4C55-94D6-76C6F9F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12EC1-A4AF-49BA-8C60-A343200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AD989-3120-4057-A972-6C31A36F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4A61D-5887-4D84-8E8D-C1B216E1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08395-ABA7-4028-9294-F91611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AF238-3B7A-41C0-90E9-2265FD7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427B2-3CCC-4C87-84E1-CF98EB81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715B2-CAFA-49EC-9C3D-3808209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AF1B1-8C3C-47B4-9E2A-03638B52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3A019-AD8F-410F-BB9A-DDB39D5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6017D-1547-4895-B113-7509E726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1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4DE58-1A7D-4BF6-9DFD-98B13E0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AEE5A4-B5E0-49C7-8DB7-D13D618B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4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906CC-C916-4760-A498-1893478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E6093-3C1A-4EDD-8482-6FA0154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7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2C542-EA5C-4207-8948-9D16C59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F1777D-EAA4-47D1-BA76-C934472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1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CEEB0-D795-40C8-9948-94B2782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8D573-B6D6-4E13-B45B-D94DD3F1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3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8F6619-6548-4FBE-8CBB-632A004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665B30-ABFA-4B53-AAF3-32A6A28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6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C8BD8D-EC62-42EF-B02E-5DD3EB8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BE152B-B315-4DBE-8102-B963808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9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AB3CB8-54D9-47B3-81FD-4A04EDB6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914368-306A-47C9-B359-9C8EA538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cxnSp>
        <p:nvCxnSpPr>
          <p:cNvPr id="122" name=""/>
          <p:cNvCxnSpPr>
            <a:stCxn xmlns:a="http://schemas.openxmlformats.org/drawingml/2006/main" id="30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2724150" y="2943225"/>
            <a:ext cx="3429000" cy="3067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4084F6-AE32-498D-949B-5172AC8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D26B32-1D6A-430E-8D2D-16C5E8E4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44094C-EA90-4EAB-87D2-05EE6DA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20FACB-9C36-46D8-B3FD-053C700F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04538E-9F54-4B59-8955-7DC858D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047AB1-3E46-4E0B-B428-23BBA4C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9" name="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E517D4-D2D4-4D0E-AE5A-7B4BA8B0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08C4DA-F786-448E-807C-37C0D37F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2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6C2778-4AE8-4C74-8308-22DFA31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32BBCF-64A5-48A9-B5DC-087E38A5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5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231E33-0072-44F7-9D21-42D94256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C6C4C7-65CD-47B9-853E-BF2DCD2D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8" name=""/>
          <p:cNvCxnSpPr>
            <a:stCxn xmlns:a="http://schemas.openxmlformats.org/drawingml/2006/main" id="61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87CDA3-C045-4A71-A30A-14188D2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D5BABE-C58B-4FC0-89AE-4BA6F540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41" name=""/>
          <p:cNvCxnSpPr>
            <a:stCxn xmlns:a="http://schemas.openxmlformats.org/drawingml/2006/main" id="64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36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153150" y="1590675"/>
            <a:ext cx="108585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67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6153150" y="3876675"/>
            <a:ext cx="25146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8BE873-FF23-4B61-8B67-D0A75786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1845413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64783-331A-4736-8DB4-4D921DA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27E13-8BD1-4336-9DE9-8FA5660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24C39-45D1-41DF-8A0B-E9D3BD5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0996-8459-4DB3-95E3-518B8B4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056A8-7D6D-480D-803B-6349372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872B7-BD4D-4062-8392-FABFE7B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48803-3F24-41D6-B94C-936A6E4C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0EBCC-FD55-4D50-AFD2-E623D34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D6FE-0DE6-437E-802B-0CF653B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D667E-A741-4C50-8F3C-DA1A4BB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2C952-A361-44AF-9252-1447B95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F497D-F4A9-44FE-A5AD-2E6952B8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CBB9B-093E-4E9D-8D51-44BC9B5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0BBA-BEF1-4B7F-87F6-DF346194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8ECA1-6B2B-4022-BA77-317EF45F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5B11E-4EA4-4E01-8C12-ACFFAA1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F799B-8D5F-419A-A7E5-FAA33E21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ED529-2FBB-4C31-B95E-80AD550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913F1-AFA5-4F7B-86A2-0FDE2039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CFCEF-EC78-4906-8DA6-4F95D24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739CF-0324-4F1D-BD59-FEBA4E0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7246A-EDA0-4DD9-AB01-938546AD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A534A-2232-4AFA-A8CB-4280544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61B02-37A7-4921-92CA-231B3C8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CDDD6-CB92-4BB7-B599-BD23EDC6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303A6-84F0-42FF-8D5C-78254EA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20D0E-4CC3-4141-AAE9-429B72BF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70678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D50A8AC-49F6-4F2E-AE64-6BDF76B6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AFD8-A061-4EDB-92D7-BDE5B293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DEFE5-C847-439E-832C-27C128D7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02194-38AC-4434-9D00-70ADD89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38DB5-5FE3-4FE7-AB75-0672B666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30D35-E592-4E32-AD26-59718B6E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C4138-FE90-41CB-ABBC-A95954FC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AF27E-31A9-4D7A-AEC4-B717E57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20E4-A8FE-4472-B347-18F2B56C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76DB3-7C11-4FD0-B67D-52CFC3A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DD1A2-1CDA-4FDD-84AF-C6A6460E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46040-4296-45D9-9685-F664725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5C340-18C5-4DAE-A591-F49B4BC8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03785-5836-4BFC-A707-EAB4D0F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1955A-058E-48C1-AC91-B664400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4AE0C-3975-4503-9801-DB0261F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F9BA0-8490-4FC2-9862-6C500357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64250-D98A-4ECB-A445-B18BA68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AD319-6451-43C0-8CD7-08E4220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D08FC-5423-48EE-A279-AC60D79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5F8E7-15AD-493D-B25A-2134EE9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B8985-CB69-4AA1-B593-EEF7CF46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9F426-CA34-467A-8288-A2DB52FE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FC179-5CDA-4E00-9C77-F617725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A6668-27EB-4F88-B15C-476255DE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BEAE9-8330-4A19-A3A6-B005B665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D05BE-5E51-4500-9B7D-547913D6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E0BAA-F302-4B9F-81DA-D1D24B48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579A0-34D5-4B42-B06B-6FF2EC9D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22706-4C5D-4196-A0C4-B5E8DD5D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95583F-3EA4-40F1-BDE6-116E566A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D9D08-B4A8-4FF5-9106-409BE3D4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E8F36-664D-42EF-99D9-7832AD62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0CDB1-758D-4453-A72B-FE6D565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F97CF-C1B4-41BF-89FA-577DE8FB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B2DDF-9B62-4DF7-8197-9904DDC6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7E349F-AC36-4FE4-94DF-FE8807B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A640E1-92B1-4190-87CE-7C20CAF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5A6DC8-777E-4F9C-A4BB-346B709E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E6FA7F-223B-4642-9D8D-4E9E317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A337A2-4B0A-4FA2-A01E-F52DD69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A36DC6-9DA0-468E-B0F8-10F4876F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D9BAF7-DEEC-4373-9099-9E2FB324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C93B4-0116-417A-835E-5028F4C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099317-278B-446B-B41F-B38DD3C0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354B1-F2B2-4162-BF13-8946B9F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83189-4613-4C08-AFAE-2D740E6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95C314-AD1B-4AFB-B5A5-7094572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CB591C-EAAD-4182-A879-2C05673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12DC9-0BB5-4548-914C-B4B74CE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D37A92-0174-4197-87D5-B1A34B5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03E714-19A7-4A9C-B43A-61BFF5F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BE9CC1-199D-401A-9863-96AA98EE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E5A84F-BDF7-4C01-81FE-73CDA428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3A29EE-689A-4729-9A29-80ADF95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F4BC88-DD78-4D9C-8B9E-18AF4B7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A745BD-7E5C-49C2-860D-B2C1E5E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4320B-6F2F-4403-8A5A-014AB0D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8D1C1E-3EE0-473D-9F20-0819EA60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A80D7A-5803-46AA-9927-0B1B5CD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953E00-F851-4B37-8D52-BED5B1D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0D8DB-7D4C-4926-8014-D15FD11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906443-65E8-4F04-85AC-B70887FC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34AA09-F8DB-4E5F-A544-F296AE2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34B365-2FFB-4196-950D-5365928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C0119A-1781-4F95-86E3-A722A25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E19D4F-2321-4FE3-9B92-4672297B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5A1C21-994D-461E-B99A-34101FAE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C6F1FD-969A-43E7-902C-DB0E5B3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ED3113-62A0-4F9E-83AC-4CAACD3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A6D5B2-887D-479D-BFFC-76233B9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1F9414-B1BC-4030-AA2B-46550AF2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B49DC8-A127-41CC-8EB0-D79FA37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BD96B0-6D46-44D5-BA36-EAAFDAD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92105A-5BB0-4AFE-B57E-1F9F369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C0B68E-DD0B-4E91-B786-5088966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95010F-E12D-4C78-A28B-68BD876F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6DD5B5-B097-4823-B37E-A8DD2A0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9A8144-C104-4BD0-AC14-6D69B90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496EC-D665-44F3-B85F-A8CF3BB8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3532553-FC1E-4E29-A61F-4272E544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E11367-EAB9-4508-BFF8-079622F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151D84-98A5-4C31-8223-5309016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2AABDC-4126-4668-915A-3730785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0A2DBD-A9B2-45FD-943C-14CB33D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B2F0389-A8EA-4BB3-A937-21AE13F5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694C38-7729-4F7F-ABB9-9C0418E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577340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D2265-A042-4CBC-BDFF-0837BF31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A1C0-3ABE-4392-98B6-EB453E99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4524C-1D0C-4CA5-AC95-594B12D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1892-E86B-4209-B40D-4D026D22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abcc9bec04eb2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AF525-9772-4B86-862D-347C28B4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F2CEB-DBD1-431D-BC09-C2E9E0A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D5FA-03A1-4F31-9A22-375D0CE7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0EC72-B22A-41D9-BD7E-F66394C7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EA919-9AD6-4E8D-9DA6-7B8A34C0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505B2-BC5C-42F0-9A23-5E07B266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426CF-D8DD-4018-B529-C585F7F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967215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BBFB-5662-4986-A1EA-6B7A9AB3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B7816-77BF-474C-A875-AB87BA1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B156D-3872-443C-97BC-92C47224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041c325df44a58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70136-2BC5-400B-9799-1A5ED887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36637f45842b0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984CD-6CDC-4DAE-AB7A-5C50E68A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6F1A9-EF6B-4D08-ABAB-8D167F6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A9C8A-B096-4C0D-B3A4-2F0C121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71BD1-AA99-486A-B0F3-4612C66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08823-ADF5-44AF-9DF9-85E76D2F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1280847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E322E-BBA0-4EB6-A52A-82F52E7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73A5A-3D42-4D5B-A67E-7B6003D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B5EB2-0F3E-4900-AA3D-787B982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AED89-4E8D-4E5E-9B41-C34A353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731039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EE2C01-1DA5-4C37-9622-2EE64F8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BFFCE-5607-4A43-84D3-63E75965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B81AD-786D-434C-B14A-EE0330C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41E9A-DEB6-4095-ABAC-CC2FBE3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744D-2FE4-46E2-8AFB-FE93601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02ECC-E5B2-4CB8-BACC-239D156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00A9E-53E5-4BFF-8677-2FF58BB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76EC-6F12-4A6E-8F67-1368E66E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89DCA-B687-4E69-9425-9220101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CE48A-EA91-467E-B2C8-56A109FB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FF7AA-66AD-4813-BD4A-68868245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4F9E2-69B7-4715-BD29-01498E9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719FA-4E2B-4E5E-838A-1711721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EE0F8-8730-45E8-83AC-69F9062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D1C4F-B83D-4AED-8634-1C1CB29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8C94E-0D5C-4051-ACE8-285C453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2EA14-FA22-4CEE-BB5B-614D86A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4738D-23CB-4635-AC33-9025BA4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35C53-4AF7-42BE-844A-E66C101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D39F9-3FBD-4B57-9AAE-D105525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785B0-2229-4CF4-82D4-0C8C034D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9309B-F028-4D0F-B9E4-695B5FC7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27462-2CFD-4512-A79F-310465F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598E6-5980-4E14-8D2F-2636045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CF48A-63E3-4740-AC8F-DD45580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F4375-8138-4723-8E29-F5EB1CF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B28A5-7612-45EC-8CEC-6C3E636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1E3DE-3AEC-404D-B01E-44C413DB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6CDB2-7FDA-45F6-B13F-F7C7228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5D1AC-2A30-41C1-8A20-CDA6D06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99D8D-4157-4A99-9F45-26170EEE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E353B-FEA4-4B91-955A-63E640D4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F30274-6904-4296-B100-0253DA2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60AA9-5A53-47D9-B640-C1B5945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1B9DA-775E-4958-92B7-D50DB5D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BC19F-B181-46F2-92A5-F4406258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7C1C3-81CD-4720-8BF4-ABC6A446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0EB210-3618-482D-8CAD-FCB0DC7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75774B-5978-4636-AC59-41B21DF9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313724-F707-4442-8153-07BD9AC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DBE9BB-1541-404D-84DE-7C06BAD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99BC56-F1BE-49AA-8B8C-353078CD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FA330E-2ACC-4FC2-AB48-123098B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F4FBDB-DC20-41F6-9EBD-6E60F85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20567500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2026-09-23T09:54:14.7990000Z</dcterms:created>
  <dcterms:modified xsi:type="dcterms:W3CDTF">2026-09-23T09:54:14.7990000Z</dcterms:modified>
</coreProperties>
</file>